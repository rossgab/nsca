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95" autoAdjust="0"/>
  </p:normalViewPr>
  <p:slideViewPr>
    <p:cSldViewPr snapToGrid="0" snapToObjects="1">
      <p:cViewPr>
        <p:scale>
          <a:sx n="72" d="100"/>
          <a:sy n="72" d="100"/>
        </p:scale>
        <p:origin x="82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viewProps" Target="view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presProps" Target="presProps.xml" /><ns0:Relationship Id="rId2" Type="http://schemas.openxmlformats.org/officeDocument/2006/relationships/slide" Target="slides/slide1.xml" /><ns0:Relationship Id="rId16" Type="http://schemas.openxmlformats.org/officeDocument/2006/relationships/notesMaster" Target="notesMasters/notesMaster1.xml" /><ns0:Relationship Id="rId20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1" Type="http://schemas.openxmlformats.org/officeDocument/2006/relationships/slide" Target="slides/slide1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E9AB-124D-4999-AE5A-8E42D3955D0F}" type="datetimeFigureOut">
              <a:rPr lang="en-PH" smtClean="0"/>
              <a:t>10/10/2026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1559-6F4D-4037-B1E3-4E5B08F7DD5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38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retainer billing frequency and exact payroll coverage have not been confirmed. Do not describe it as a monthly fee. Defect corrections are distinct from requested custom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Formula: PHP 35,000 + max(PHP 3,000, employee count × PHP 85) × 12 × years. These are cumulative subscription totals, not annual prepaid packages. One-time ownership also has retainer and operating costs; do not compare these figures as total ownership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Retainer frequency is deliberately unspecified. The one-time purchase grants company use, not source-code ownership. Do not promise unlimited changes or free hosting. Proposed scope is subject to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Payroll, attendance &amp; driver 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A proposed system tailored to your company’s payroll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employee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Driver-task earnings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review,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TODAY’S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What the system will cover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Implementation and ongoing services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Payment options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Monthly costs over 1, 2, 3 and 5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Bring payroll preparation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Help HR move from scattered inputs to reviewed, approved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records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Attendance, leave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Accepted driver-task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CLEARER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Trace how each pay amount was calculated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Review before finalization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Issue </a:t>
            </a:r>
            <a:r>
              <a:rPr dirty="0" err="1"/>
              <a:t>payslips</a:t>
            </a:r>
            <a:r>
              <a:rPr dirty="0"/>
              <a:t> and retain payroll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Four parts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Proposed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558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Employees, semi-monthly payroll, deductions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416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 attendance, hours, lateness and HR corrections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274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Eligible completions, task rates and payment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13248"/>
            <a:ext cx="3063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132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Setup, initial data assistance and HR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rPr dirty="0"/>
              <a:t>Company policies and statutory calculations are validated with HR/accounting before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 &amp; HR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EMPLOYEE &amp; PAYROLL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profiles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Semi-monthly payroll 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Allowances, incentives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Loans and cash advances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CALCULATIONS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Government contributions and tax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Overtime, premiums and night pay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13th-month and final-pay preparation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Approvals,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Calculation policies and acceptance examples are agreed with HR/accounting.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Attendance &amp; driver earnings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ATTENDANCE &amp;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Browser-based time-in / time-out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Hours, lateness and undertime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Schedules, holidays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corrections before payroll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DRIVER 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Match drivers to payroll employees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Use eligible accepted completions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Apply agreed task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Prevent duplicate task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else is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Requirements and policy confirmation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Configuration and initial data assistance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integration validation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Deployment, HR training and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RECORDS &amp;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Authorized user roles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Audit history for payroll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Protected finalized payroll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Task reconciliation and data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Service coverage by payment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within existing retainer terms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Hosting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hosting and backups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Standard support and defect corrections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Routine supported statutory updates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Requested custom changes billed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Biometrics, external service fees and new integrations are separately quoted.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difference: how changes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Both options deliver the requirements agreed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+ EXISTING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Agreed project changes are implemented within the approved scope.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adjustments and updates are included within the ₱10,000 retainer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Requested customizations, workflow changes and additional features receive a separate quotation.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Work begins after the quotation is approved.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1 — Invest once for permanent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₱320,000 project price • No recurring per-employee software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LONG-TERM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Permanent use by one company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Software fee stays fixed as the workforce grows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Payments follow delivery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CHANGES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under the existing ₱10,000 retainer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the ₱320,000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700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72968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9896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0390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370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₱50,000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Deployment, training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3776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TOTAL PROJECT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046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₱320,000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Deployment, training and documentation are included. Existing retainer terms are separate.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2 — Start with a smaller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₱35,000 setup + ₱85 per active employee/month • ₱3,000 monthly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First year incl.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₱17,000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12 months and a constant headcount. Each active person is counted once per month.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Monthly plan — costs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Totals include the ₱35,000 setup fee once, plus monthly subscription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1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3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5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₱143,000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₱215,000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₱188,000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₱290,000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1788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₱545,000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₱443,000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₱1,055,000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846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₱953,000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₱1,565,000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96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constant headcount and rate. Excludes custom changes, external fees and applicable taxes.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Delivery milestones for the one-time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70048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70048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Commencement &amp; requirements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28416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28416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22776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4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Core HR, attendance &amp; payroll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8678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86784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Integration &amp; user acceptance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45152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4515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39512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Deployment &amp; final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035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0352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₱32,000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7D8"/>
                </a:solidFill>
                <a:latin typeface="Aptos"/>
              </a:defRPr>
            </a:pPr>
            <a:r>
              <a:t>Monthly option: setup payable at commencement; subscription starts at production activation.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Agree the details. Validate.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Confirm the scope and payment model with HR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policies and employee count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Minor-update limits and retainer coverage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Hosting and backup responsibilities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Schedule and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COMMERCIAL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changes quoted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One-time hosting costs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Developer retains reusable source code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Taxes and final terms confirmed in the quotation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Included deliverables and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INCLUDED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records; semi-monthly payroll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SSS, PhilHealth, Pag-IBIG and tax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Attendance, leave and HR review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Task earnings, payslips and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EXCLUDED UNLESS AGREED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Biometric hardware; GPS / geofencing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Bank integration; government submissions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Historical cleanup; new integrations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Mobile apps; major enhancements</a:t>
            </a:r>
          </a:p>
        </p:txBody>
      </p:sp>
      <p:sp xmlns:a="http://schemas.openxmlformats.org/drawingml/2006/main" xmlns:p="http://schemas.openxmlformats.org/presentationml/2006/main">
        <p:nvSpPr>
          <p:cNvPr id="12" name="Scope boundaries"/>
          <p:cNvSpPr txBox="1"/>
          <p:nvPr/>
        </p:nvSpPr>
        <p:spPr>
          <a:xfrm>
            <a:off x="685800" y="59664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Deployment, training and documentation included. Import volume, sessions, reports and retainer limits agreed before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1156</Words>
  <Application>Microsoft Office PowerPoint</Application>
  <PresentationFormat>Widescreen</PresentationFormat>
  <Paragraphs>238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Ross Nitura</cp:lastModifiedBy>
  <cp:revision>2</cp:revision>
  <dcterms:created xsi:type="dcterms:W3CDTF">2013-01-27T09:14:16Z</dcterms:created>
  <dcterms:modified xsi:type="dcterms:W3CDTF">2026-10-09T23:59:20Z</dcterms:modified>
  <cp:category/>
</cp:coreProperties>
</file>